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9" r:id="rId2"/>
    <p:sldId id="270" r:id="rId3"/>
    <p:sldId id="256" r:id="rId4"/>
    <p:sldId id="280" r:id="rId5"/>
    <p:sldId id="281" r:id="rId6"/>
    <p:sldId id="268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71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83B62-3925-485D-B158-3DFB30E7E45F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080A4-A1AA-49CB-9E9B-24D768757AA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626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3902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A4A-6B05-FC9B-A555-1D542A94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F7FF36A-1AF8-C2E0-6192-13E7FF4CD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07EFA33-E7CC-5AB4-AF30-72E58C59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F5F4ED0-AFBB-C038-6744-3DE9F3CE2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4866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187B-A178-D705-98E2-7D0FD5A8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36F1AC0-2132-F477-E263-84B3F8CD4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05EAB50-C4D9-47FA-6173-9639AAE90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A6753F-2499-38C7-DA20-A1F587D60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1628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44E9-BDC4-C1DE-946F-4A8DB4C76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5193EAC-26CA-BB41-009B-E75E38CD7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DF7D363-30D8-F5AD-5152-A290074C1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E9EA79-542E-135C-AF90-27A78C515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088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BBA5-708D-AF62-B28F-96617FE5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7E09275-BECD-9865-4508-B751E0B71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19174FE-7EE9-F76D-FFBF-633E75D42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4A597B-C264-F4AF-A3CD-63BBE67444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7065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3094-ADBF-0BA4-78DA-5D3AB63A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7894A93-33C1-FAAA-C521-DD5B46F7D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152995F-E750-85A8-9E6C-E41C5A7C5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2A5770C-09CD-A4CF-451E-933C2734B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2998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A7F0-8218-27B4-A769-C75862EB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6934772-CF60-23C6-D447-3FF74CBA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EEF3489-C070-FD96-6B9B-7DD9FC5AD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CA61E99-6A86-C592-8D91-97EE743DD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0686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C4D57-3706-365A-5616-DB714079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D300066-C756-B00C-4D7B-1EA932717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9C5B5E-7014-51BB-F30E-EEF76B481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01382D4-B02D-8CE3-2DE0-E9487789E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3782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1870-66E0-C2A3-9D7D-7E13610D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07A8525-28BF-B5C4-99FA-FD2DAB459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C387E8D-3AA4-9104-6A8F-E7EB44447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3E9C091-8B58-E780-22DC-60958C90E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611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B788-8CDC-0A77-8A64-C83880D7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19FF5F4-D069-32AA-5159-9D3B544B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565ACEEB-6FF9-85A5-F6FD-1775A8D19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4E0A07C-14B9-FBFA-6500-D0CE58E48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080A4-A1AA-49CB-9E9B-24D768757AA8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123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211CF-A4E1-5386-6A08-879AB2B99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B69798-B3B7-F133-258C-9284899A2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A07BB8-DDA7-AEDD-CCB0-85BD4807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3BC6C35-014D-E8BD-3245-03E2103D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D52FF1A-5C26-7134-A7BB-3020A620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167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E57A9-8CEC-D7C6-8C99-886CDFA9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EA5A33B-257E-1671-E775-A90CDA85E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705224-5C97-CC64-73D5-37169255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384F538-340E-50C4-11B1-FC17F318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D5FEA83-9354-5027-7176-727D99C2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872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98FFF-5AFA-BFE8-0A8A-5F86117C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5A35775-2C54-4F44-C428-1BD854F9D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FAB4F7D-543B-C9F7-7E90-32535C750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FD5CA58-93CD-D01A-F76D-0F460A01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DD0BF05-71D4-CDE1-D38E-A1A0C7DBF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588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7084C-8CE7-3680-A328-D8D84420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2F997E-ACFF-E676-B9F6-049CC0803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8A3D833-CB3F-57F6-F8F5-870C4CB6F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534A52D-7FE1-B1DB-F736-91BC77248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70A5D7E-6E07-D419-24E3-57483E0D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F12F319-1857-0651-DD08-AF9DE3F5B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948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9F30B-AD5A-C421-E722-35B6390B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1C91483-8302-1841-EB52-30D66392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9E20E52-F83E-6DE9-A6BF-CBE60109F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9A60307-0869-38CB-4251-F125EAE1F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2017F14-061E-C358-8C6D-99AE98B8D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8E239AD-F0AA-6DD5-42CA-1A6C00C8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FF61E61-E291-BA8F-00F4-23E7C470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0C7DAAA5-5871-AC30-3CC6-A9BDF210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400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69FE1-65E3-1994-F9A6-446DA8E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A5F30AC-AC6A-B106-CE12-4C3BA04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3657CC6-9459-9D32-0277-A0EF4E7E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E4B8CD8-314F-5EC3-8E79-4F596864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517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7432321-DDA5-5AF8-51FB-823375A0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04DC86F-D0A6-DF9E-CD89-77676884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BD7229-F213-27D5-F052-F78E1FBE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836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AAC36-D5B0-64B5-1F20-0F606212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725FC87-59F4-8CA5-4C36-F3F6B6A8D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716B70B-A4EC-E430-82A5-11D31F088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FBC9121-81E5-D5EC-06EA-3E0F241F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A43351E-EACC-1E58-D495-87490AE5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3B56D9E-684B-70A8-4CAD-F4EEDFDE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961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7D685-F98A-64D1-E204-7C1BD0C70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6AB90CB-2488-1D4B-866C-3370220A296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C2F1F40-D50D-74E2-B700-99A0518EE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C97B867-D687-93CA-1596-6614F342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B772D53-65BF-7614-F107-812B6BBD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8204AC7-C1C8-0EEF-8287-50D0AB40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296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7B64F3-F9D8-441F-7ACE-F071E0B6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33FD0B9-B202-A3AE-88EA-841141F2F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02ECD04-EBAD-10E9-BF1B-79F3C2EEE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C28DE9D-F04E-2F8E-C436-F95220F4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83BAA90-45AF-6FBC-51D2-33BF4782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793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BAA7FD-8AC8-1008-2FDB-8E5663B80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7F190B2-7CCA-DFAD-1A44-0BB50D53C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C8A34F8-0B19-E949-9A0A-4185939D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801743F-7FB5-B5D9-EA2E-5EB5C752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A2AD709-0E59-9C07-FA5F-C762F958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60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61AE218C-F657-A6EE-2BBD-908E6401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FC7A447-2D10-EA8F-8DF3-945892AA2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6C64EB-1604-9D78-7793-C613212D8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1D403-031F-44BF-AA51-7E8ACB6C8EC2}" type="datetimeFigureOut">
              <a:rPr lang="pt-PT" smtClean="0"/>
              <a:t>21/10/2026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12E3331-6148-AECD-A443-44E8C227E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ABBDA47-E0F4-6B76-FC7B-4A16D61D6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9A297-E74F-447B-9C41-C191D04A19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731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A36DC404-3764-4D8A-FA62-703643DB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209550"/>
            <a:ext cx="12020550" cy="819150"/>
          </a:xfr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kern="12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36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3600" dirty="0">
                <a:solidFill>
                  <a:srgbClr val="EE0000"/>
                </a:solidFill>
              </a:rPr>
              <a:t>DDL | DCL | DTL</a:t>
            </a:r>
            <a:endParaRPr lang="en-US" sz="3600" kern="1200" dirty="0">
              <a:solidFill>
                <a:srgbClr val="EE0000"/>
              </a:solidFill>
            </a:endParaRP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7792F49-C6D3-2824-A1CE-906EC9F24BC8}"/>
              </a:ext>
            </a:extLst>
          </p:cNvPr>
          <p:cNvGrpSpPr/>
          <p:nvPr/>
        </p:nvGrpSpPr>
        <p:grpSpPr>
          <a:xfrm>
            <a:off x="781050" y="1514475"/>
            <a:ext cx="10267949" cy="5133975"/>
            <a:chOff x="781050" y="1514475"/>
            <a:chExt cx="10267949" cy="5133975"/>
          </a:xfrm>
        </p:grpSpPr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0C63ABEB-57EE-889D-02D5-C8F5E7550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050" y="1514475"/>
              <a:ext cx="10267949" cy="5133975"/>
            </a:xfrm>
            <a:prstGeom prst="rect">
              <a:avLst/>
            </a:prstGeom>
          </p:spPr>
        </p:pic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21A6048E-F1A0-70F7-427E-325F2B405DE7}"/>
                </a:ext>
              </a:extLst>
            </p:cNvPr>
            <p:cNvSpPr/>
            <p:nvPr/>
          </p:nvSpPr>
          <p:spPr>
            <a:xfrm>
              <a:off x="781050" y="2987675"/>
              <a:ext cx="4095750" cy="35941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</p:spTree>
    <p:extLst>
      <p:ext uri="{BB962C8B-B14F-4D97-AF65-F5344CB8AC3E}">
        <p14:creationId xmlns:p14="http://schemas.microsoft.com/office/powerpoint/2010/main" val="95674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F38C-58F3-55C2-8EA6-59FD6A2FA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98DC9-9306-1CDF-D8B3-C9D9EB92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899173"/>
            <a:ext cx="5153025" cy="587375"/>
          </a:xfrm>
          <a:solidFill>
            <a:schemeClr val="tx2">
              <a:lumMod val="90000"/>
              <a:lumOff val="1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pt-PT" sz="2400" dirty="0">
                <a:solidFill>
                  <a:schemeClr val="bg1">
                    <a:lumMod val="95000"/>
                  </a:schemeClr>
                </a:solidFill>
              </a:rPr>
              <a:t>1ª Tarefa – Revisões 11º ano: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87763317-7F9B-9EFC-D2C3-0F78AC20E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3650" y="2540203"/>
            <a:ext cx="6400800" cy="361902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CE67E21-2E7E-01DC-0FE4-32417B93F62E}"/>
              </a:ext>
            </a:extLst>
          </p:cNvPr>
          <p:cNvSpPr txBox="1"/>
          <p:nvPr/>
        </p:nvSpPr>
        <p:spPr>
          <a:xfrm>
            <a:off x="852487" y="1597877"/>
            <a:ext cx="9163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122642"/>
                </a:solidFill>
                <a:latin typeface="Aptos"/>
              </a:defRPr>
            </a:pPr>
            <a:r>
              <a:rPr lang="pt-PT" sz="2400" dirty="0"/>
              <a:t>Trabalho prático  </a:t>
            </a:r>
          </a:p>
          <a:p>
            <a:pPr algn="ctr">
              <a:defRPr sz="2900" b="1">
                <a:solidFill>
                  <a:srgbClr val="122642"/>
                </a:solidFill>
                <a:latin typeface="Aptos"/>
              </a:defRPr>
            </a:pPr>
            <a:r>
              <a:rPr lang="pt-PT" sz="2400" dirty="0"/>
              <a:t>Base de dados de exemplo - Clínica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C277521-8BB3-603F-3C3E-7720612A355C}"/>
              </a:ext>
            </a:extLst>
          </p:cNvPr>
          <p:cNvSpPr txBox="1"/>
          <p:nvPr/>
        </p:nvSpPr>
        <p:spPr>
          <a:xfrm>
            <a:off x="746760" y="6330052"/>
            <a:ext cx="11445240" cy="3847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86BB4"/>
                </a:solidFill>
                <a:latin typeface="Aptos"/>
              </a:defRPr>
            </a:pPr>
            <a:r>
              <a:rPr lang="pt-PT" dirty="0">
                <a:solidFill>
                  <a:schemeClr val="bg1">
                    <a:lumMod val="95000"/>
                  </a:schemeClr>
                </a:solidFill>
              </a:rPr>
              <a:t>Pedido: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Testar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todos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comandos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no XAMPP (SQL).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Inserir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pelo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menos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6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registos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em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cada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tabela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05668E6-4BCB-6139-B63D-19C80909654F}"/>
              </a:ext>
            </a:extLst>
          </p:cNvPr>
          <p:cNvSpPr txBox="1">
            <a:spLocks/>
          </p:cNvSpPr>
          <p:nvPr/>
        </p:nvSpPr>
        <p:spPr>
          <a:xfrm>
            <a:off x="171450" y="0"/>
            <a:ext cx="1202055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36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3600" dirty="0">
                <a:solidFill>
                  <a:srgbClr val="EE0000"/>
                </a:solidFill>
              </a:rPr>
              <a:t>DDL | DCL | DTL</a:t>
            </a:r>
            <a:endParaRPr lang="en-US" sz="36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9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2">
            <a:extLst>
              <a:ext uri="{FF2B5EF4-FFF2-40B4-BE49-F238E27FC236}">
                <a16:creationId xmlns:a16="http://schemas.microsoft.com/office/drawing/2014/main" id="{E8D41CF8-5232-42BC-8D05-AFEDE2153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49237091-E62C-4878-AA4C-0B9995AD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F6A25B-C587-462F-D881-2F0CA0DE411F}"/>
              </a:ext>
            </a:extLst>
          </p:cNvPr>
          <p:cNvSpPr txBox="1"/>
          <p:nvPr/>
        </p:nvSpPr>
        <p:spPr>
          <a:xfrm>
            <a:off x="4562474" y="1964611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Revisões 11º ano - RC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16C16AF-DDE7-06F4-6B25-58527E4EA114}"/>
              </a:ext>
            </a:extLst>
          </p:cNvPr>
          <p:cNvGrpSpPr/>
          <p:nvPr/>
        </p:nvGrpSpPr>
        <p:grpSpPr>
          <a:xfrm>
            <a:off x="1090930" y="2333943"/>
            <a:ext cx="10158095" cy="3585844"/>
            <a:chOff x="1090930" y="2333943"/>
            <a:chExt cx="10158095" cy="3585844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3CADE150-E838-DD0C-824D-373AA5D33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31"/>
            <a:stretch>
              <a:fillRect/>
            </a:stretch>
          </p:blipFill>
          <p:spPr bwMode="auto">
            <a:xfrm>
              <a:off x="1090930" y="2333943"/>
              <a:ext cx="5589905" cy="35858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182FB94-7D15-E678-D8C3-F19F009D7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9935" y="2640648"/>
              <a:ext cx="4149090" cy="22434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Seta: Para a Direita 7">
              <a:extLst>
                <a:ext uri="{FF2B5EF4-FFF2-40B4-BE49-F238E27FC236}">
                  <a16:creationId xmlns:a16="http://schemas.microsoft.com/office/drawing/2014/main" id="{C53FA793-594C-DE7C-E914-9774A6912429}"/>
                </a:ext>
              </a:extLst>
            </p:cNvPr>
            <p:cNvSpPr/>
            <p:nvPr/>
          </p:nvSpPr>
          <p:spPr>
            <a:xfrm>
              <a:off x="6518910" y="3238706"/>
              <a:ext cx="476250" cy="3693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A9FC3D9D-15F2-153B-85F1-5B3290F6D7A4}"/>
              </a:ext>
            </a:extLst>
          </p:cNvPr>
          <p:cNvSpPr txBox="1">
            <a:spLocks/>
          </p:cNvSpPr>
          <p:nvPr/>
        </p:nvSpPr>
        <p:spPr>
          <a:xfrm>
            <a:off x="85724" y="396360"/>
            <a:ext cx="1202055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36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3600" dirty="0">
                <a:solidFill>
                  <a:srgbClr val="EE0000"/>
                </a:solidFill>
              </a:rPr>
              <a:t>DDL | DCL | DTL</a:t>
            </a:r>
            <a:endParaRPr lang="en-US" sz="36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27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83AAE5BC-CB66-4B1C-9FD9-4F4DE946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" r="2807"/>
          <a:stretch/>
        </p:blipFill>
        <p:spPr>
          <a:xfrm>
            <a:off x="1019773" y="1069502"/>
            <a:ext cx="10152453" cy="5606067"/>
          </a:xfr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E3067A49-DC96-4796-A257-3DC202F71D3E}"/>
              </a:ext>
            </a:extLst>
          </p:cNvPr>
          <p:cNvSpPr txBox="1">
            <a:spLocks/>
          </p:cNvSpPr>
          <p:nvPr/>
        </p:nvSpPr>
        <p:spPr>
          <a:xfrm>
            <a:off x="0" y="182431"/>
            <a:ext cx="1202055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36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3600" dirty="0">
                <a:solidFill>
                  <a:srgbClr val="EE0000"/>
                </a:solidFill>
              </a:rPr>
              <a:t>DDL | DCL | DTL</a:t>
            </a:r>
            <a:endParaRPr lang="en-US" sz="36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8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m texto, captura de ecrã, software, Página web&#10;&#10;Os conteúdos gerados por IA poderão estar incorretos.">
            <a:extLst>
              <a:ext uri="{FF2B5EF4-FFF2-40B4-BE49-F238E27FC236}">
                <a16:creationId xmlns:a16="http://schemas.microsoft.com/office/drawing/2014/main" id="{5BEA96E9-81E6-8B34-5872-B50204AA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88" y="0"/>
            <a:ext cx="10689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9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C4FC-DB82-BE2D-219C-8B959356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2">
            <a:extLst>
              <a:ext uri="{FF2B5EF4-FFF2-40B4-BE49-F238E27FC236}">
                <a16:creationId xmlns:a16="http://schemas.microsoft.com/office/drawing/2014/main" id="{7ECABAC4-CE03-2A11-729E-BB9E3FC1E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84666540-30DD-D826-C5D6-444094790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137E4E-F39A-F8FA-2B3A-F706A2D96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13" y="2194081"/>
            <a:ext cx="10117432" cy="338959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DCD0E02-9BFE-F6A4-AAFF-CBD846132138}"/>
              </a:ext>
            </a:extLst>
          </p:cNvPr>
          <p:cNvSpPr txBox="1">
            <a:spLocks/>
          </p:cNvSpPr>
          <p:nvPr/>
        </p:nvSpPr>
        <p:spPr>
          <a:xfrm>
            <a:off x="85724" y="396360"/>
            <a:ext cx="1202055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36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3600" dirty="0">
                <a:solidFill>
                  <a:srgbClr val="EE0000"/>
                </a:solidFill>
              </a:rPr>
              <a:t>DDL | DCL | DTL</a:t>
            </a:r>
            <a:endParaRPr lang="en-US" sz="36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B9CF6-89D9-1A92-4075-21927009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EE73255-8084-4DF9-BB0B-15EAC92E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67048353-8981-459A-9BC6-9711CE462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C08DFE-7504-0E91-AE7A-83E98B91A1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" r="281" b="2052"/>
          <a:stretch>
            <a:fillRect/>
          </a:stretch>
        </p:blipFill>
        <p:spPr>
          <a:xfrm>
            <a:off x="1339481" y="-1"/>
            <a:ext cx="10611534" cy="6858000"/>
          </a:xfrm>
          <a:prstGeom prst="rect">
            <a:avLst/>
          </a:prstGeom>
          <a:effectLst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CFADA8D-A234-0ACE-4486-A69600E802B2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40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391BB-7A41-A4B3-E268-44C9F92B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1154578-0899-2D65-2A0F-C4117E769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FA118F78-3EF0-1638-BBE2-5B07FAA9D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3E869E4-6B31-CA99-24B6-69B8BD745C19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B030B03-6D95-A4B7-707C-D50D729B7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06118"/>
            <a:ext cx="10949122" cy="60672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96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27C83-8A27-0D2E-AB2F-0F33293F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EC88BDD-1F0E-D6C8-E3CE-E535E040A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65ED0E29-879F-05F8-07C9-85C748A33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934808D-EA2D-D894-1F05-B84121FB3515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8D82CF7-84E9-18BA-33C7-BAB691F4B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4" y="0"/>
            <a:ext cx="10887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4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30FAD-ADE4-7CB3-BE6D-C48FD703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FE10674-5970-DA09-E5EB-29918CDCA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4C153A8F-0CE8-E843-3935-F6F471108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085E0D4-E46C-8543-262C-4700AB0AB58F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F5FE37-2A0D-DB6F-F1D6-9566BD9AB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" t="961" r="878" b="1100"/>
          <a:stretch>
            <a:fillRect/>
          </a:stretch>
        </p:blipFill>
        <p:spPr>
          <a:xfrm>
            <a:off x="1104014" y="-1"/>
            <a:ext cx="109843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3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B3F66-3D0C-3822-90BE-94D7A737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66E9703-E778-DC35-65A6-1AA6D12D6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34400A44-7CE7-A5BD-226F-0F6502A6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1ADF25D-61FE-FFFE-A21C-1D5BE802CDBB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EBAE15F-381C-5323-0DCF-8AFE5DAE2677}"/>
              </a:ext>
            </a:extLst>
          </p:cNvPr>
          <p:cNvGrpSpPr/>
          <p:nvPr/>
        </p:nvGrpSpPr>
        <p:grpSpPr>
          <a:xfrm>
            <a:off x="1295400" y="119868"/>
            <a:ext cx="10822173" cy="6618261"/>
            <a:chOff x="1295400" y="119868"/>
            <a:chExt cx="10822173" cy="6618261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DC0F345-1052-2F9A-4FE2-5C1A58D808A5}"/>
                </a:ext>
              </a:extLst>
            </p:cNvPr>
            <p:cNvSpPr/>
            <p:nvPr/>
          </p:nvSpPr>
          <p:spPr>
            <a:xfrm>
              <a:off x="3352799" y="264249"/>
              <a:ext cx="8356283" cy="60579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F5893800-0925-60FC-EF07-1AF8937EAD94}"/>
                </a:ext>
              </a:extLst>
            </p:cNvPr>
            <p:cNvGrpSpPr/>
            <p:nvPr/>
          </p:nvGrpSpPr>
          <p:grpSpPr>
            <a:xfrm>
              <a:off x="1295400" y="119868"/>
              <a:ext cx="10822173" cy="6618261"/>
              <a:chOff x="1295400" y="1907719"/>
              <a:chExt cx="10822173" cy="6618261"/>
            </a:xfrm>
          </p:grpSpPr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18805607-3759-4B7D-3599-DC809BDDD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0625" b="3115"/>
              <a:stretch>
                <a:fillRect/>
              </a:stretch>
            </p:blipFill>
            <p:spPr>
              <a:xfrm>
                <a:off x="2356931" y="1907719"/>
                <a:ext cx="8695162" cy="764972"/>
              </a:xfrm>
              <a:prstGeom prst="rect">
                <a:avLst/>
              </a:prstGeom>
            </p:spPr>
          </p:pic>
          <p:grpSp>
            <p:nvGrpSpPr>
              <p:cNvPr id="5" name="Agrupar 4">
                <a:extLst>
                  <a:ext uri="{FF2B5EF4-FFF2-40B4-BE49-F238E27FC236}">
                    <a16:creationId xmlns:a16="http://schemas.microsoft.com/office/drawing/2014/main" id="{A87E60F2-B364-C771-2A7C-CEBDF2750608}"/>
                  </a:ext>
                </a:extLst>
              </p:cNvPr>
              <p:cNvGrpSpPr/>
              <p:nvPr/>
            </p:nvGrpSpPr>
            <p:grpSpPr>
              <a:xfrm>
                <a:off x="1295400" y="2847467"/>
                <a:ext cx="10822173" cy="5678513"/>
                <a:chOff x="351803" y="1069129"/>
                <a:chExt cx="11342661" cy="5678513"/>
              </a:xfrm>
            </p:grpSpPr>
            <p:pic>
              <p:nvPicPr>
                <p:cNvPr id="7" name="Imagem 6">
                  <a:extLst>
                    <a:ext uri="{FF2B5EF4-FFF2-40B4-BE49-F238E27FC236}">
                      <a16:creationId xmlns:a16="http://schemas.microsoft.com/office/drawing/2014/main" id="{B52EF4DC-4786-7552-AF9B-C0D0E5108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46214" y="1069129"/>
                  <a:ext cx="5048250" cy="2779395"/>
                </a:xfrm>
                <a:prstGeom prst="rect">
                  <a:avLst/>
                </a:prstGeom>
              </p:spPr>
            </p:pic>
            <p:pic>
              <p:nvPicPr>
                <p:cNvPr id="8" name="Imagem 7">
                  <a:extLst>
                    <a:ext uri="{FF2B5EF4-FFF2-40B4-BE49-F238E27FC236}">
                      <a16:creationId xmlns:a16="http://schemas.microsoft.com/office/drawing/2014/main" id="{E383192C-B307-2266-BB10-7346CF0265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40547" y="4023300"/>
                  <a:ext cx="5048250" cy="2724342"/>
                </a:xfrm>
                <a:prstGeom prst="rect">
                  <a:avLst/>
                </a:prstGeom>
              </p:spPr>
            </p:pic>
            <p:sp>
              <p:nvSpPr>
                <p:cNvPr id="9" name="Chaveta à esquerda 8">
                  <a:extLst>
                    <a:ext uri="{FF2B5EF4-FFF2-40B4-BE49-F238E27FC236}">
                      <a16:creationId xmlns:a16="http://schemas.microsoft.com/office/drawing/2014/main" id="{01034DA1-46ED-9301-73CB-8F4408500FBD}"/>
                    </a:ext>
                  </a:extLst>
                </p:cNvPr>
                <p:cNvSpPr/>
                <p:nvPr/>
              </p:nvSpPr>
              <p:spPr>
                <a:xfrm>
                  <a:off x="5919657" y="1567832"/>
                  <a:ext cx="700392" cy="3949429"/>
                </a:xfrm>
                <a:prstGeom prst="leftBrace">
                  <a:avLst/>
                </a:prstGeom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10" name="Agrupar 9">
                  <a:extLst>
                    <a:ext uri="{FF2B5EF4-FFF2-40B4-BE49-F238E27FC236}">
                      <a16:creationId xmlns:a16="http://schemas.microsoft.com/office/drawing/2014/main" id="{7791F3C6-EC85-7350-90F6-EC9B37309FD6}"/>
                    </a:ext>
                  </a:extLst>
                </p:cNvPr>
                <p:cNvGrpSpPr/>
                <p:nvPr/>
              </p:nvGrpSpPr>
              <p:grpSpPr>
                <a:xfrm>
                  <a:off x="351803" y="2448042"/>
                  <a:ext cx="5374054" cy="2318993"/>
                  <a:chOff x="351803" y="2448042"/>
                  <a:chExt cx="5374054" cy="2318993"/>
                </a:xfrm>
              </p:grpSpPr>
              <p:pic>
                <p:nvPicPr>
                  <p:cNvPr id="11" name="Imagem 10">
                    <a:extLst>
                      <a:ext uri="{FF2B5EF4-FFF2-40B4-BE49-F238E27FC236}">
                        <a16:creationId xmlns:a16="http://schemas.microsoft.com/office/drawing/2014/main" id="{8C23C1BF-D206-1A2A-F79C-ED218E7723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980229" y="2448042"/>
                    <a:ext cx="4745628" cy="2318993"/>
                  </a:xfrm>
                  <a:prstGeom prst="rect">
                    <a:avLst/>
                  </a:prstGeom>
                </p:spPr>
              </p:pic>
              <p:sp>
                <p:nvSpPr>
                  <p:cNvPr id="12" name="Caixa de Texto 2">
                    <a:extLst>
                      <a:ext uri="{FF2B5EF4-FFF2-40B4-BE49-F238E27FC236}">
                        <a16:creationId xmlns:a16="http://schemas.microsoft.com/office/drawing/2014/main" id="{D880DCF7-5B79-139E-572C-6C7410792F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 rot="16200000">
                    <a:off x="-123812" y="3461807"/>
                    <a:ext cx="1242695" cy="291465"/>
                  </a:xfrm>
                  <a:prstGeom prst="rect">
                    <a:avLst/>
                  </a:prstGeom>
                  <a:ln w="12700">
                    <a:headEnd/>
                    <a:tailEnd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ctr">
                      <a:lnSpc>
                        <a:spcPct val="115000"/>
                      </a:lnSpc>
                      <a:spcAft>
                        <a:spcPts val="500"/>
                      </a:spcAft>
                      <a:buNone/>
                    </a:pPr>
                    <a:r>
                      <a:rPr lang="en-US" sz="1000">
                        <a:solidFill>
                          <a:srgbClr val="303F50"/>
                        </a:solidFill>
                        <a:effectLst/>
                        <a:latin typeface="Aptos" panose="020B00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a:t>Conteúdo do M14</a:t>
                    </a:r>
                    <a:endParaRPr lang="pt-PT" sz="900">
                      <a:solidFill>
                        <a:srgbClr val="303F50"/>
                      </a:solidFill>
                      <a:effectLst/>
                      <a:latin typeface="Aptos" panose="020B0004020202020204" pitchFamily="34" charset="0"/>
                      <a:ea typeface="MS Mincho" panose="02020609040205080304" pitchFamily="49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" name="Chaveta à esquerda 12">
                    <a:extLst>
                      <a:ext uri="{FF2B5EF4-FFF2-40B4-BE49-F238E27FC236}">
                        <a16:creationId xmlns:a16="http://schemas.microsoft.com/office/drawing/2014/main" id="{05FF318D-35FC-E273-475E-752E86C63CFE}"/>
                      </a:ext>
                    </a:extLst>
                  </p:cNvPr>
                  <p:cNvSpPr/>
                  <p:nvPr/>
                </p:nvSpPr>
                <p:spPr>
                  <a:xfrm>
                    <a:off x="655196" y="3171825"/>
                    <a:ext cx="339875" cy="676699"/>
                  </a:xfrm>
                  <a:prstGeom prst="leftBrace">
                    <a:avLst/>
                  </a:prstGeom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35504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9D552-725B-9258-8DB2-B49E6C69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A20D593-7D71-742B-9682-0D3B3CA31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D90428DF-5C32-AF04-63FC-90BB7AF0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CF81463-B002-7F75-FFE7-A58EBDE987C3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A3703F-BBDF-E416-D63C-595BE5B27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939" b="2111"/>
          <a:stretch>
            <a:fillRect/>
          </a:stretch>
        </p:blipFill>
        <p:spPr>
          <a:xfrm>
            <a:off x="1300057" y="1"/>
            <a:ext cx="10409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8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CBD68-F5DD-D805-4D30-558CCD55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3CF5FB6-0B93-AEE6-E9EA-1B9F449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D8A71DBF-100C-F9DF-B18C-CE8D148D1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D60AA33-434E-C558-1276-6D29448EA6D8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F74338-1EDE-83AC-ECD1-890F3E44A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-1"/>
            <a:ext cx="10639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B60CD-9999-AC9D-C983-6BFFC213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11D3EBA-19DB-E9ED-2EAB-6C82803C9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C3D303EE-E1D6-1483-EF66-31310DE16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0067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D432F30-C939-677F-7DFD-D73C169DB077}"/>
              </a:ext>
            </a:extLst>
          </p:cNvPr>
          <p:cNvSpPr txBox="1">
            <a:spLocks/>
          </p:cNvSpPr>
          <p:nvPr/>
        </p:nvSpPr>
        <p:spPr>
          <a:xfrm rot="16200000">
            <a:off x="-2944997" y="3019425"/>
            <a:ext cx="6858000" cy="8191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PSI M15 - </a:t>
            </a:r>
            <a:r>
              <a:rPr lang="pt-PT" sz="2000" dirty="0">
                <a:solidFill>
                  <a:schemeClr val="bg1">
                    <a:lumMod val="85000"/>
                  </a:schemeClr>
                </a:solidFill>
              </a:rPr>
              <a:t>Linguagem de Definição de Dados – </a:t>
            </a:r>
            <a:r>
              <a:rPr lang="pt-PT" sz="2000" dirty="0">
                <a:solidFill>
                  <a:srgbClr val="EE0000"/>
                </a:solidFill>
              </a:rPr>
              <a:t>DDL | DCL | DTL</a:t>
            </a:r>
            <a:endParaRPr lang="en-US" sz="2000" dirty="0">
              <a:solidFill>
                <a:srgbClr val="EE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E2CF7D6-BDEF-F847-EF4F-B742C4087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5" y="0"/>
            <a:ext cx="10648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5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4CA8B8F-D52B-94D7-9F9F-25C0CF4E2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6D102DA-E05C-E278-5DCC-F3B760DC7C93}"/>
              </a:ext>
            </a:extLst>
          </p:cNvPr>
          <p:cNvSpPr txBox="1"/>
          <p:nvPr/>
        </p:nvSpPr>
        <p:spPr>
          <a:xfrm rot="16200000">
            <a:off x="-2213878" y="3534460"/>
            <a:ext cx="540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RESUMO</a:t>
            </a:r>
          </a:p>
        </p:txBody>
      </p:sp>
    </p:spTree>
    <p:extLst>
      <p:ext uri="{BB962C8B-B14F-4D97-AF65-F5344CB8AC3E}">
        <p14:creationId xmlns:p14="http://schemas.microsoft.com/office/powerpoint/2010/main" val="35810601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C19D976FC22B948844563ACD825B82D" ma:contentTypeVersion="3" ma:contentTypeDescription="Criar um novo documento." ma:contentTypeScope="" ma:versionID="e33f9a3179820ce0fd1664320ee34ce9">
  <xsd:schema xmlns:xsd="http://www.w3.org/2001/XMLSchema" xmlns:xs="http://www.w3.org/2001/XMLSchema" xmlns:p="http://schemas.microsoft.com/office/2006/metadata/properties" xmlns:ns2="464d628d-84fe-45aa-a6fa-ac59d03a6541" targetNamespace="http://schemas.microsoft.com/office/2006/metadata/properties" ma:root="true" ma:fieldsID="e1a89369fcabeb7277c6b9b4815fc47b" ns2:_="">
    <xsd:import namespace="464d628d-84fe-45aa-a6fa-ac59d03a65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d628d-84fe-45aa-a6fa-ac59d03a65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8DB27B-5F7A-45CD-840A-E14705BD7A04}"/>
</file>

<file path=customXml/itemProps2.xml><?xml version="1.0" encoding="utf-8"?>
<ds:datastoreItem xmlns:ds="http://schemas.openxmlformats.org/officeDocument/2006/customXml" ds:itemID="{1A38AF4F-E409-47F1-BA50-7FC8E8C094E9}"/>
</file>

<file path=customXml/itemProps3.xml><?xml version="1.0" encoding="utf-8"?>
<ds:datastoreItem xmlns:ds="http://schemas.openxmlformats.org/officeDocument/2006/customXml" ds:itemID="{2C1F682F-4B43-4567-8A78-E22FCB762C3C}"/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237</Words>
  <Application>Microsoft Office PowerPoint</Application>
  <PresentationFormat>Ecrã Panorâmico</PresentationFormat>
  <Paragraphs>30</Paragraphs>
  <Slides>15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PSI M15 - Linguagem de Definição de Dados – DDL | DCL | DTL</vt:lpstr>
      <vt:lpstr>1ª Tarefa – Revisões 11º ano: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 M15 - Linguagem de Definição de Dados – DDL | DCL | DTL</dc:title>
  <dc:creator>Elisabete Vaz</dc:creator>
  <cp:lastModifiedBy>Elisabete Vaz</cp:lastModifiedBy>
  <cp:revision>24</cp:revision>
  <dcterms:created xsi:type="dcterms:W3CDTF">2026-10-19T19:02:27Z</dcterms:created>
  <dcterms:modified xsi:type="dcterms:W3CDTF">2026-10-21T20:04:43Z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0x0101002C19D976FC22B948844563ACD825B82D</vt:lpwstr>
  </property>
</Properties>
</file>